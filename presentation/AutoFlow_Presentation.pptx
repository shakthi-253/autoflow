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~20 seconds.
Introduce yourself and the project: AutoFlow, a vehicle service and repair workflow system, built for Tactive's AI-Powered QA Automation &amp; Software Engineering Assessment. Mention the stack briefly (React 19 + FastAPI + SQLite) and that the final verified result is 119 backend tests and 9 Playwright E2E tests passing. This sets up the 2-minute problem/approach/solution portion of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~25 seconds.
Frame the real problem in one breath: a service center needs to track vehicles through Booked → Inspection → Repair → Completed. Without enforcement, the workflow can be corrupted (skipping stages), the same vehicle can get double-booked, and there's no way to see which jobs are urgent without manually reading every ticket. Close with the design choice: build one workflow properly rather than many shallow features — that's what this assessment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~25 seconds.
Walk through the built solution: a dashboard, a service creation flow, a service detail page, automatic priority classification, and backend-enforced rules everywhere. Point at the workflow diagram: Booked → Inspection → Repair → Completed, with Cancelled reachable from Booked and Inspection only. Emphasize the core design principle you'll return to throughout the talk: the frontend only displays valid actions, but the backend is the actual source of truth.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~20 seconds.
Walk down the stack top to bottom: React + Vite talking HTTP/JSON to FastAPI, which uses SQLAlchemy ORM over SQLite. Give the one-line justification: FastAPI's automatic validation and fast TestClient made isolated testing straightforward, and SQLite meant zero setup for a reviewer while staying swappable to Postgres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~25 seconds.
This is the engineering core: state-machine transitions checked against an explicit allowed-transitions map with structured 409s on violation; booking-conflict protection on exact vehicle+timestamp duplicates; full server-side input validation; typed error responses instead of stack traces. Land on the closing line: the frontend only displays valid actions for convenience — the backend is what actually enforces every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~25 seconds.
Explain the classifier: priority (HIGH/MEDIUM/LOW) is derived from the issue_description text using case-insensitive, word-boundary keyword matching, and it cannot be supplied by the client — only the server ever sets it. Walk through the three real examples on screen: 'Engine failure, vehicle won't start' matches a HIGH keyword; 'AC not cooling properly' matches MEDIUM keywords (AC, cooling); 'Oil change' matches nothing and defaults to 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~25 seconds.
Two testing layers: pytest against the API directly, and Playwright driving the real browser UI. Coverage spans normal paths, edge-case boundaries, invalid inputs, booking conflicts, workflow transitions, priority classification, and validation/security-relevant cases. State the final verified numbers clearly: 119 backend tests passed with 2 non-functional deprecation warnings, and 9 Playwright E2E tests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~40 seconds — this is the most important slide, give it the most airtime.
Walk the loop left to right: the AI implemented Service Priority Classification, the backend suite passed immediately (119), but the Playwright suite regressed to 7 passed / 2 failed — a genuine, real failure, not staged. Explain the root cause plainly: the new PriorityBadge reused the .status-badge CSS class, so Playwright's status selector matched two elements instead of one. The fix was a dedicated .priority-badge class — no test files or assertions were touched. Re-running both suites afterward gave 9/9 Playwright passing. Briefly mention Stage 2's separate deliberate RED run on the backend suite, which proved the suite can genuinely fail before this feature work even began.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~20 seconds.
Point to the evidence structure: README, architecture/design/user-guide docs, the AI testing log, the AI change-loop log, and captured evidence/testing output — every number in this deck traces back to one of these files. Be direct about tool attribution: Claude did the major implementation and testing work across all four stages, but hit its usage limit mid-Stage 3, and ChatGPT continued the loop — specifically diagnosing and fixing the Playwright regression. This honesty about tool handoff is itself part of the engineering judgement being assessed.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~20 seconds.
Close by summarizing what was actually delivered: a working, backend-enforced application; automatic priority classification; automated testing across both layers; a genuine deliberate-failure detection; a real AI change-loop with an honest tool handoff; and complete documentation. Restate the final verified numbers — 119 backend tests passed, 9 Playwright E2E tests passed. End on the tagline: 'AutoFlow — Build, Test, Break, Diagnose, Fix, Verify.' Then move into the 3-minute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-20116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097280"/>
            <a:ext cx="3291840" cy="3291840"/>
          </a:xfrm>
          <a:prstGeom prst="ellipse">
            <a:avLst/>
          </a:prstGeom>
          <a:solidFill>
            <a:srgbClr val="252C6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TACTIVE  ·  AI-POWERED QA AUTOMATION &amp; SOFTWARE ENGINEERING ASSESSMENT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AutoFlow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Service &amp; Repair Workflow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FastAPI · SQLite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3192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Playwright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5074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E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0" y="5349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backend + 9 E2E passing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4983480"/>
            <a:ext cx="9418320" cy="0"/>
          </a:xfrm>
          <a:prstGeom prst="line">
            <a:avLst/>
          </a:prstGeom>
          <a:noFill/>
          <a:ln w="12700">
            <a:solidFill>
              <a:srgbClr val="353C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service tracking breaks down fast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center moving vehicles through booking, inspection, repair and completion needs rules it can trust — not a spreadsheet someone forgot to update.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74920" cy="1700784"/>
          </a:xfrm>
          <a:prstGeom prst="roundRect">
            <a:avLst>
              <a:gd name="adj" fmla="val 4301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40864"/>
            <a:ext cx="457200" cy="457200"/>
          </a:xfrm>
          <a:prstGeom prst="ellipse">
            <a:avLst/>
          </a:prstGeom>
          <a:solidFill>
            <a:srgbClr val="FBE9E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3225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can corrupt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706624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can be pushed straight from Booked to Completed with nothing to stop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2103120"/>
            <a:ext cx="5074920" cy="1700784"/>
          </a:xfrm>
          <a:prstGeom prst="roundRect">
            <a:avLst>
              <a:gd name="adj" fmla="val 4301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53912" y="2340864"/>
            <a:ext cx="457200" cy="457200"/>
          </a:xfrm>
          <a:prstGeom prst="ellipse">
            <a:avLst/>
          </a:prstGeom>
          <a:solidFill>
            <a:srgbClr val="FBE9E5"/>
          </a:solidFill>
          <a:ln/>
        </p:spPr>
      </p:sp>
      <p:sp>
        <p:nvSpPr>
          <p:cNvPr id="12" name="Text 10"/>
          <p:cNvSpPr/>
          <p:nvPr/>
        </p:nvSpPr>
        <p:spPr>
          <a:xfrm>
            <a:off x="6153912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12280" y="232257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bookings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2706624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vehicle can be booked twice for the exact same appointment slot.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074920" cy="1700784"/>
          </a:xfrm>
          <a:prstGeom prst="roundRect">
            <a:avLst>
              <a:gd name="adj" fmla="val 4301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261104"/>
            <a:ext cx="457200" cy="457200"/>
          </a:xfrm>
          <a:prstGeom prst="ellipse">
            <a:avLst/>
          </a:prstGeom>
          <a:solidFill>
            <a:srgbClr val="FBE9E5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4281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urgency signal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626864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flags which jobs are urgent — staff must read every ticket to triage.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97880" y="4023360"/>
            <a:ext cx="5074920" cy="1700784"/>
          </a:xfrm>
          <a:prstGeom prst="roundRect">
            <a:avLst>
              <a:gd name="adj" fmla="val 4301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53912" y="4261104"/>
            <a:ext cx="457200" cy="457200"/>
          </a:xfrm>
          <a:prstGeom prst="ellipse">
            <a:avLst/>
          </a:prstGeom>
          <a:solidFill>
            <a:srgbClr val="FBE9E5"/>
          </a:solidFill>
          <a:ln/>
        </p:spPr>
      </p:sp>
      <p:sp>
        <p:nvSpPr>
          <p:cNvPr id="22" name="Text 20"/>
          <p:cNvSpPr/>
          <p:nvPr/>
        </p:nvSpPr>
        <p:spPr>
          <a:xfrm>
            <a:off x="6153912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12280" y="4242816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error-prone tracking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4626864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and priority live in people's heads, not in an enforced system.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1447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one small workflow, built and enforced properly — not five shallow features.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workflow the backend actually enforces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36776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status &amp; priority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creation with backend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60904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detail page drives valid actions only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72968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auto-classified from issue text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85032"/>
            <a:ext cx="4251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rule enforced server-side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00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48006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532888" y="4800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2532888" y="4800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33088" y="48006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17136" y="4800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4800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17336" y="4800600"/>
            <a:ext cx="384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01384" y="4800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501384" y="4800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339596" y="5367528"/>
            <a:ext cx="18288" cy="502920"/>
          </a:xfrm>
          <a:prstGeom prst="bentConnector2">
            <a:avLst/>
          </a:prstGeom>
          <a:noFill/>
          <a:ln w="19050">
            <a:solidFill>
              <a:srgbClr val="C1442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587044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BE9E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870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3844" y="5367528"/>
            <a:ext cx="18288" cy="502920"/>
          </a:xfrm>
          <a:prstGeom prst="bentConnector2">
            <a:avLst/>
          </a:prstGeom>
          <a:noFill/>
          <a:ln w="19050">
            <a:solidFill>
              <a:srgbClr val="C1442D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441448" y="5870448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FBE9E5"/>
          </a:solidFill>
          <a:ln/>
        </p:spPr>
      </p:sp>
      <p:sp>
        <p:nvSpPr>
          <p:cNvPr id="31" name="Text 29"/>
          <p:cNvSpPr/>
          <p:nvPr/>
        </p:nvSpPr>
        <p:spPr>
          <a:xfrm>
            <a:off x="2441448" y="58704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169164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63640" y="1874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Right-sized scope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63640" y="22402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fully enforced end to end — booking, transitions, conflict checks, and priority — rather than a shallow feature list.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3200400"/>
            <a:ext cx="5074920" cy="0"/>
          </a:xfrm>
          <a:prstGeom prst="line">
            <a:avLst/>
          </a:prstGeom>
          <a:noFill/>
          <a:ln w="12700">
            <a:solidFill>
              <a:srgbClr val="DFE4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3375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renders. Backend decides.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boring, reliable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45436" y="1508760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19756" y="150876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88636" y="1508760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SPA — dashboard, forms, service detail. No business logic; every rule re-checked by the API.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865876" y="21488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45436" y="2441448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19756" y="244144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Pydantic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88636" y="2441448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— request validation, workflow rules, priority classification, structured errors.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65876" y="30815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45436" y="3374136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19756" y="33741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 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88636" y="3374136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 — maps Python models to relational tables.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65876" y="40142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345436" y="4306824"/>
            <a:ext cx="7498080" cy="658368"/>
          </a:xfrm>
          <a:prstGeom prst="roundRect">
            <a:avLst>
              <a:gd name="adj" fmla="val 11111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19756" y="430682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88636" y="4306824"/>
            <a:ext cx="4480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— two tables (vehicles, services), one foreign key. Zero setup for a reviewer.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5778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automatic Pydantic validation + built-in OpenAPI docs + fast isolated TestClient testing.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9618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zero setup for a single-center scenario; ORM makes a future Postgres move a config change.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BUSINESS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backend is the source of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568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465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State-machine enforcement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0756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transition is checked against an explicit allowed-transitions map. Anything else returns a structured 409.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97880" y="160020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53912" y="19568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153912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12280" y="17465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conflict protection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12280" y="20756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active booking for the same vehicle at the exact same appointment timestamp is rejected.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3284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1181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input 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4472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— registration format, contact number, dates, lengths — is validated server-side via Pydantic.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97880" y="297180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53912" y="332841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15391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3118104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error handling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4472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return typed error codes and details (e.g. INVALID_TRANSITION), not raw stack traces.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0424160" cy="1170432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70001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700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4489704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/ backend separation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818888"/>
            <a:ext cx="9235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only surfaces valid actions for convenience — it is never trusted as the enforcement point.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FEATURE — STAGE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priority classification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derived from the issue description at creation time — case-insensitive, word-boundary keyword matching. It is never client-editable.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BE9E5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0428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1442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163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failure · engine problem · brake failure / problem · brake · battery dead · vehicle won't start · overheating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21031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CF1E1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30428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77A20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28163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· air conditioning · cooling · electrical · tyre / tire · suspension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21031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E4F3E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09560" y="2304288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7D5A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2304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8163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— no HIGH or MEDIUM keyword matched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370832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37083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“Engine failure, vehicle won't start”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447141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BE9E5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44714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65776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06577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 not cooling properly”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0" y="5166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CF1E1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77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760720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76072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“Oil change”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235440" y="586130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4F3EC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586130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covering the real edges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· pytest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214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paths &amp; edge-case boundaries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532888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414016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 &amp; malformed requests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2825496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706624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Booking-conflict rules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118104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9923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transitions (valid + invalid)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410712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291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classification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703320"/>
            <a:ext cx="100584" cy="1005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844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security-relevant cases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995928"/>
            <a:ext cx="4937760" cy="0"/>
          </a:xfrm>
          <a:prstGeom prst="line">
            <a:avLst/>
          </a:prstGeom>
          <a:noFill/>
          <a:ln w="12700">
            <a:solidFill>
              <a:srgbClr val="DFE4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330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E2E · Playwright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4805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workflow, service creation &amp; dashboard visibility, and frontend validation — through the real browser UI.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16002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6916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6537960" y="2651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warnings — FastAPI lifespan deprecation, non-functional)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379476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E7D5A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37960" y="38862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6537960" y="48463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tests passed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4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workflow, dashboard, and validation covered through the real UI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OF THIS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→ Test → Break → Diagnose → Fix → Verify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8972" y="169164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2A3270"/>
          </a:solidFill>
          <a:ln/>
        </p:spPr>
      </p:sp>
      <p:sp>
        <p:nvSpPr>
          <p:cNvPr id="5" name="Text 3"/>
          <p:cNvSpPr/>
          <p:nvPr/>
        </p:nvSpPr>
        <p:spPr>
          <a:xfrm>
            <a:off x="973836" y="1691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91740" y="16916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74620" y="169164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2A3270"/>
          </a:solidFill>
          <a:ln/>
        </p:spPr>
      </p:sp>
      <p:sp>
        <p:nvSpPr>
          <p:cNvPr id="8" name="Text 6"/>
          <p:cNvSpPr/>
          <p:nvPr/>
        </p:nvSpPr>
        <p:spPr>
          <a:xfrm>
            <a:off x="2729484" y="1691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47388" y="16916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0268" y="169164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C1442D"/>
          </a:solidFill>
          <a:ln/>
        </p:spPr>
      </p:sp>
      <p:sp>
        <p:nvSpPr>
          <p:cNvPr id="11" name="Text 9"/>
          <p:cNvSpPr/>
          <p:nvPr/>
        </p:nvSpPr>
        <p:spPr>
          <a:xfrm>
            <a:off x="4485132" y="1691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03036" y="16916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5916" y="169164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2A3270"/>
          </a:solidFill>
          <a:ln/>
        </p:spPr>
      </p:sp>
      <p:sp>
        <p:nvSpPr>
          <p:cNvPr id="14" name="Text 12"/>
          <p:cNvSpPr/>
          <p:nvPr/>
        </p:nvSpPr>
        <p:spPr>
          <a:xfrm>
            <a:off x="6240780" y="1691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58684" y="16916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41564" y="169164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2A3270"/>
          </a:solidFill>
          <a:ln/>
        </p:spPr>
      </p:sp>
      <p:sp>
        <p:nvSpPr>
          <p:cNvPr id="17" name="Text 15"/>
          <p:cNvSpPr/>
          <p:nvPr/>
        </p:nvSpPr>
        <p:spPr>
          <a:xfrm>
            <a:off x="7996428" y="1691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514332" y="16916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97212" y="1691640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1E7D5A"/>
          </a:solidFill>
          <a:ln/>
        </p:spPr>
      </p:sp>
      <p:sp>
        <p:nvSpPr>
          <p:cNvPr id="20" name="Text 18"/>
          <p:cNvSpPr/>
          <p:nvPr/>
        </p:nvSpPr>
        <p:spPr>
          <a:xfrm>
            <a:off x="9752076" y="169164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 — GREEN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5486400" cy="3108960"/>
          </a:xfrm>
          <a:prstGeom prst="roundRect">
            <a:avLst>
              <a:gd name="adj" fmla="val 2353"/>
            </a:avLst>
          </a:prstGeom>
          <a:solidFill>
            <a:srgbClr val="252C63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the priority badge broke Playwright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38862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PriorityBadge reused the existing .status-badge CSS class. Playwright's status selector then matched two elements on the page — the status badge and the priority badge — a strict-mode violation.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gave PriorityBadge its own .priority-badge class. No test files or assertions were touched.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623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also included a deliberate RED run (a genuine backend test failure, verified, then reverted) to prove the suite can actually fail.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971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FBE9E5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46520" y="3154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35204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14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30" name="Text 28"/>
          <p:cNvSpPr/>
          <p:nvPr/>
        </p:nvSpPr>
        <p:spPr>
          <a:xfrm>
            <a:off x="6446520" y="43434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091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14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446520" y="5212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14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006840" y="2971800"/>
            <a:ext cx="2514600" cy="3108960"/>
          </a:xfrm>
          <a:prstGeom prst="roundRect">
            <a:avLst>
              <a:gd name="adj" fmla="val 2909"/>
            </a:avLst>
          </a:prstGeom>
          <a:solidFill>
            <a:srgbClr val="E4F3EC"/>
          </a:solidFill>
          <a:ln/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4000" y="31546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FIX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37033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7D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600" dirty="0"/>
          </a:p>
        </p:txBody>
      </p:sp>
      <p:sp>
        <p:nvSpPr>
          <p:cNvPr id="36" name="Text 34"/>
          <p:cNvSpPr/>
          <p:nvPr/>
        </p:nvSpPr>
        <p:spPr>
          <a:xfrm>
            <a:off x="9144000" y="48920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7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ENGINEERING JUDGEMENT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here was fabricated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08376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docs/design.md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3924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docs/user-guide.md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76472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docs/ai-testing-log.md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docs/ai-change-loop.md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544568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evidence/testing/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02005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run output backs every number in this deck — the red run, the regression, and the final green results.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645920"/>
            <a:ext cx="56692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21284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implementation &amp; testing — Stage 1 build, Stage 2 test generation + red run, initial Stage 3 priority-feature implementation, and documentation drafting.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3703320"/>
            <a:ext cx="5669280" cy="1874520"/>
          </a:xfrm>
          <a:prstGeom prst="roundRect">
            <a:avLst>
              <a:gd name="adj" fmla="val 3902"/>
            </a:avLst>
          </a:prstGeom>
          <a:solidFill>
            <a:srgbClr val="F4F6FC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3886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427024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reached its usage limit mid–Stage 3. ChatGPT continued the loop: diagnosed the Playwright regression, identified the .status-badge root cause, and guided the correction.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system, fully closed-loop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9842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653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full-stack application, backend-enforced workflow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4414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225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server-derived priority classification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8986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797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pytest + Playwright coverage across both layers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3558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369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deliberate-failure detection (Stage 2 red run)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8130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AI change-loop: implement → test → diagnose → fix → verify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270248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51376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documentation set + GitHub repository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949440" y="1920240"/>
            <a:ext cx="4663440" cy="1828800"/>
          </a:xfrm>
          <a:prstGeom prst="roundRect">
            <a:avLst>
              <a:gd name="adj" fmla="val 4000"/>
            </a:avLst>
          </a:prstGeom>
          <a:solidFill>
            <a:srgbClr val="252C63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717804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81160" y="2057400"/>
            <a:ext cx="0" cy="1508760"/>
          </a:xfrm>
          <a:prstGeom prst="line">
            <a:avLst/>
          </a:prstGeom>
          <a:noFill/>
          <a:ln w="12700">
            <a:solidFill>
              <a:srgbClr val="3A41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2011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9464040" y="27432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029200"/>
            <a:ext cx="10972800" cy="0"/>
          </a:xfrm>
          <a:prstGeom prst="line">
            <a:avLst/>
          </a:prstGeom>
          <a:noFill/>
          <a:ln w="12700">
            <a:solidFill>
              <a:srgbClr val="353C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AutoFlow — Build → Test → Break → Diagnose → Fix → Verify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2026-08-15T16:44:09Z</dcterms:created>
  <dcterms:modified xsi:type="dcterms:W3CDTF">2026-08-15T16:44:09Z</dcterms:modified>
</cp:coreProperties>
</file>